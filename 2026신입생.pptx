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12199" r:id="rId3"/>
    <p:sldId id="12200" r:id="rId4"/>
    <p:sldId id="12201" r:id="rId5"/>
    <p:sldId id="1220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ECB4E93-1DC8-4B70-AD4F-F14A93576A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731"/>
          <a:stretch/>
        </p:blipFill>
        <p:spPr>
          <a:xfrm>
            <a:off x="128337" y="781250"/>
            <a:ext cx="11943347" cy="5138287"/>
          </a:xfrm>
          <a:prstGeom prst="rect">
            <a:avLst/>
          </a:prstGeom>
          <a:noFill/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ACD353B-1F62-4C88-909C-5C1B1EDAECC9}"/>
              </a:ext>
            </a:extLst>
          </p:cNvPr>
          <p:cNvSpPr txBox="1"/>
          <p:nvPr/>
        </p:nvSpPr>
        <p:spPr>
          <a:xfrm>
            <a:off x="850232" y="301505"/>
            <a:ext cx="8695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신입생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연도별 입학성적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중학교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석차백분율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기준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래픽 5" descr="줄 화살표: 일자형 단색으로 채워진">
            <a:extLst>
              <a:ext uri="{FF2B5EF4-FFF2-40B4-BE49-F238E27FC236}">
                <a16:creationId xmlns:a16="http://schemas.microsoft.com/office/drawing/2014/main" id="{9D4DFFC6-207F-49A8-8D52-3FE674133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756003">
            <a:off x="2660294" y="2918229"/>
            <a:ext cx="3258701" cy="1400324"/>
          </a:xfrm>
          <a:prstGeom prst="rect">
            <a:avLst/>
          </a:prstGeom>
        </p:spPr>
      </p:pic>
      <p:pic>
        <p:nvPicPr>
          <p:cNvPr id="8" name="그래픽 7" descr="줄 화살표: 일자형 단색으로 채워진">
            <a:extLst>
              <a:ext uri="{FF2B5EF4-FFF2-40B4-BE49-F238E27FC236}">
                <a16:creationId xmlns:a16="http://schemas.microsoft.com/office/drawing/2014/main" id="{299A9AEE-7E01-413B-97FA-B9273B835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348671">
            <a:off x="3667587" y="3792970"/>
            <a:ext cx="1557980" cy="14003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8B5D5F-F8EE-4537-86A6-0B5398787E9E}"/>
              </a:ext>
            </a:extLst>
          </p:cNvPr>
          <p:cNvSpPr txBox="1"/>
          <p:nvPr/>
        </p:nvSpPr>
        <p:spPr>
          <a:xfrm rot="20608344">
            <a:off x="9266059" y="1780683"/>
            <a:ext cx="2706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-1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>
                <a:solidFill>
                  <a:srgbClr val="E76618"/>
                </a:solidFill>
              </a:rPr>
              <a:t>133</a:t>
            </a:r>
            <a:r>
              <a:rPr lang="ko-KR" altLang="en-US" dirty="0">
                <a:solidFill>
                  <a:srgbClr val="E76618"/>
                </a:solidFill>
              </a:rPr>
              <a:t>명</a:t>
            </a:r>
            <a:r>
              <a:rPr lang="en-US" altLang="ko-KR" dirty="0">
                <a:solidFill>
                  <a:srgbClr val="E76618"/>
                </a:solidFill>
              </a:rPr>
              <a:t>→82</a:t>
            </a:r>
            <a:r>
              <a:rPr lang="ko-KR" altLang="en-US" dirty="0">
                <a:solidFill>
                  <a:srgbClr val="E76618"/>
                </a:solidFill>
              </a:rPr>
              <a:t>명</a:t>
            </a:r>
            <a:r>
              <a:rPr lang="en-US" altLang="ko-KR" dirty="0">
                <a:solidFill>
                  <a:srgbClr val="E76618"/>
                </a:solidFill>
              </a:rPr>
              <a:t>: 51</a:t>
            </a:r>
            <a:r>
              <a:rPr lang="ko-KR" altLang="en-US" dirty="0">
                <a:solidFill>
                  <a:srgbClr val="E76618"/>
                </a:solidFill>
              </a:rPr>
              <a:t>명 감소</a:t>
            </a:r>
            <a:endParaRPr lang="en-US" altLang="ko-KR" dirty="0">
              <a:solidFill>
                <a:srgbClr val="E7661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606619-D717-4055-A274-2EBCE8942B78}"/>
              </a:ext>
            </a:extLst>
          </p:cNvPr>
          <p:cNvSpPr txBox="1"/>
          <p:nvPr/>
        </p:nvSpPr>
        <p:spPr>
          <a:xfrm rot="20874263">
            <a:off x="8959549" y="3606347"/>
            <a:ext cx="2706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 spc="-150" dirty="0">
                <a:solidFill>
                  <a:srgbClr val="0070C0"/>
                </a:solidFill>
              </a:rPr>
              <a:t>133</a:t>
            </a:r>
            <a:r>
              <a:rPr lang="ko-KR" altLang="en-US" sz="2000" spc="-150" dirty="0">
                <a:solidFill>
                  <a:srgbClr val="0070C0"/>
                </a:solidFill>
              </a:rPr>
              <a:t>명</a:t>
            </a:r>
            <a:r>
              <a:rPr lang="en-US" altLang="ko-KR" sz="2000" spc="-150" dirty="0">
                <a:solidFill>
                  <a:srgbClr val="0070C0"/>
                </a:solidFill>
              </a:rPr>
              <a:t>→93</a:t>
            </a:r>
            <a:r>
              <a:rPr lang="ko-KR" altLang="en-US" sz="2000" spc="-150" dirty="0">
                <a:solidFill>
                  <a:srgbClr val="0070C0"/>
                </a:solidFill>
              </a:rPr>
              <a:t>명</a:t>
            </a:r>
            <a:r>
              <a:rPr lang="en-US" altLang="ko-KR" sz="2000" spc="-150" dirty="0">
                <a:solidFill>
                  <a:srgbClr val="0070C0"/>
                </a:solidFill>
              </a:rPr>
              <a:t>: 40</a:t>
            </a:r>
            <a:r>
              <a:rPr lang="ko-KR" altLang="en-US" sz="2000" spc="-150" dirty="0">
                <a:solidFill>
                  <a:srgbClr val="0070C0"/>
                </a:solidFill>
              </a:rPr>
              <a:t>명 감소</a:t>
            </a:r>
            <a:endParaRPr lang="en-US" altLang="ko-KR" sz="2000" spc="-15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90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ECB4E93-1DC8-4B70-AD4F-F14A93576A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270"/>
          <a:stretch/>
        </p:blipFill>
        <p:spPr>
          <a:xfrm>
            <a:off x="128337" y="763170"/>
            <a:ext cx="11943347" cy="6006599"/>
          </a:xfrm>
          <a:prstGeom prst="rect">
            <a:avLst/>
          </a:prstGeom>
        </p:spPr>
      </p:pic>
      <p:pic>
        <p:nvPicPr>
          <p:cNvPr id="24" name="그래픽 23" descr="줄 화살표: 일자형 단색으로 채워진">
            <a:extLst>
              <a:ext uri="{FF2B5EF4-FFF2-40B4-BE49-F238E27FC236}">
                <a16:creationId xmlns:a16="http://schemas.microsoft.com/office/drawing/2014/main" id="{C0F5F7A8-4B33-4D50-9657-D742BA154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604701">
            <a:off x="2722952" y="2602397"/>
            <a:ext cx="3720973" cy="140032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ACD353B-1F62-4C88-909C-5C1B1EDAECC9}"/>
              </a:ext>
            </a:extLst>
          </p:cNvPr>
          <p:cNvSpPr txBox="1"/>
          <p:nvPr/>
        </p:nvSpPr>
        <p:spPr>
          <a:xfrm>
            <a:off x="850232" y="301505"/>
            <a:ext cx="8695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신입생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연도별 입학성적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중학교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석차백분율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기준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EBD9C-B599-4A7E-B478-040591191B08}"/>
              </a:ext>
            </a:extLst>
          </p:cNvPr>
          <p:cNvSpPr txBox="1"/>
          <p:nvPr/>
        </p:nvSpPr>
        <p:spPr>
          <a:xfrm rot="20768612">
            <a:off x="4584468" y="2100713"/>
            <a:ext cx="489108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-1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3600" dirty="0">
                <a:solidFill>
                  <a:srgbClr val="E76618"/>
                </a:solidFill>
              </a:rPr>
              <a:t>상위</a:t>
            </a:r>
            <a:r>
              <a:rPr lang="en-US" altLang="ko-KR" sz="3600" dirty="0">
                <a:solidFill>
                  <a:srgbClr val="E76618"/>
                </a:solidFill>
              </a:rPr>
              <a:t>30%</a:t>
            </a:r>
            <a:r>
              <a:rPr lang="ko-KR" altLang="en-US" sz="3600" dirty="0">
                <a:solidFill>
                  <a:srgbClr val="E76618"/>
                </a:solidFill>
              </a:rPr>
              <a:t>까지 비율 감소</a:t>
            </a:r>
            <a:endParaRPr lang="en-US" altLang="ko-KR" sz="3600" dirty="0">
              <a:solidFill>
                <a:srgbClr val="E76618"/>
              </a:solidFill>
            </a:endParaRPr>
          </a:p>
          <a:p>
            <a:pPr algn="ctr"/>
            <a:r>
              <a:rPr lang="en-US" altLang="ko-KR" sz="3600" dirty="0">
                <a:solidFill>
                  <a:srgbClr val="E76618"/>
                </a:solidFill>
              </a:rPr>
              <a:t>36.4%→27.3%</a:t>
            </a:r>
          </a:p>
        </p:txBody>
      </p:sp>
    </p:spTree>
    <p:extLst>
      <p:ext uri="{BB962C8B-B14F-4D97-AF65-F5344CB8AC3E}">
        <p14:creationId xmlns:p14="http://schemas.microsoft.com/office/powerpoint/2010/main" val="2811842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ECB4E93-1DC8-4B70-AD4F-F14A93576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665747"/>
            <a:ext cx="11943347" cy="61040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ACD353B-1F62-4C88-909C-5C1B1EDAECC9}"/>
              </a:ext>
            </a:extLst>
          </p:cNvPr>
          <p:cNvSpPr txBox="1"/>
          <p:nvPr/>
        </p:nvSpPr>
        <p:spPr>
          <a:xfrm>
            <a:off x="850232" y="301505"/>
            <a:ext cx="8695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신입생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연도별 입학성적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중학교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석차백분율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기준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7B4B93-3049-42EC-B584-6CA7804AD694}"/>
              </a:ext>
            </a:extLst>
          </p:cNvPr>
          <p:cNvSpPr/>
          <p:nvPr/>
        </p:nvSpPr>
        <p:spPr>
          <a:xfrm>
            <a:off x="191142" y="763170"/>
            <a:ext cx="11792311" cy="2665830"/>
          </a:xfrm>
          <a:prstGeom prst="rect">
            <a:avLst/>
          </a:prstGeom>
          <a:noFill/>
          <a:ln w="44450">
            <a:solidFill>
              <a:srgbClr val="0070C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704856"/>
                      <a:gd name="connsiteY0" fmla="*/ 0 h 432048"/>
                      <a:gd name="connsiteX1" fmla="*/ 515633 w 7704856"/>
                      <a:gd name="connsiteY1" fmla="*/ 0 h 432048"/>
                      <a:gd name="connsiteX2" fmla="*/ 877168 w 7704856"/>
                      <a:gd name="connsiteY2" fmla="*/ 0 h 432048"/>
                      <a:gd name="connsiteX3" fmla="*/ 1623947 w 7704856"/>
                      <a:gd name="connsiteY3" fmla="*/ 0 h 432048"/>
                      <a:gd name="connsiteX4" fmla="*/ 2139579 w 7704856"/>
                      <a:gd name="connsiteY4" fmla="*/ 0 h 432048"/>
                      <a:gd name="connsiteX5" fmla="*/ 2655212 w 7704856"/>
                      <a:gd name="connsiteY5" fmla="*/ 0 h 432048"/>
                      <a:gd name="connsiteX6" fmla="*/ 3401990 w 7704856"/>
                      <a:gd name="connsiteY6" fmla="*/ 0 h 432048"/>
                      <a:gd name="connsiteX7" fmla="*/ 3840574 w 7704856"/>
                      <a:gd name="connsiteY7" fmla="*/ 0 h 432048"/>
                      <a:gd name="connsiteX8" fmla="*/ 4587353 w 7704856"/>
                      <a:gd name="connsiteY8" fmla="*/ 0 h 432048"/>
                      <a:gd name="connsiteX9" fmla="*/ 5334131 w 7704856"/>
                      <a:gd name="connsiteY9" fmla="*/ 0 h 432048"/>
                      <a:gd name="connsiteX10" fmla="*/ 5926812 w 7704856"/>
                      <a:gd name="connsiteY10" fmla="*/ 0 h 432048"/>
                      <a:gd name="connsiteX11" fmla="*/ 6673591 w 7704856"/>
                      <a:gd name="connsiteY11" fmla="*/ 0 h 432048"/>
                      <a:gd name="connsiteX12" fmla="*/ 7189223 w 7704856"/>
                      <a:gd name="connsiteY12" fmla="*/ 0 h 432048"/>
                      <a:gd name="connsiteX13" fmla="*/ 7704856 w 7704856"/>
                      <a:gd name="connsiteY13" fmla="*/ 0 h 432048"/>
                      <a:gd name="connsiteX14" fmla="*/ 7704856 w 7704856"/>
                      <a:gd name="connsiteY14" fmla="*/ 432048 h 432048"/>
                      <a:gd name="connsiteX15" fmla="*/ 7112175 w 7704856"/>
                      <a:gd name="connsiteY15" fmla="*/ 432048 h 432048"/>
                      <a:gd name="connsiteX16" fmla="*/ 6519494 w 7704856"/>
                      <a:gd name="connsiteY16" fmla="*/ 432048 h 432048"/>
                      <a:gd name="connsiteX17" fmla="*/ 5772715 w 7704856"/>
                      <a:gd name="connsiteY17" fmla="*/ 432048 h 432048"/>
                      <a:gd name="connsiteX18" fmla="*/ 5180034 w 7704856"/>
                      <a:gd name="connsiteY18" fmla="*/ 432048 h 432048"/>
                      <a:gd name="connsiteX19" fmla="*/ 4818498 w 7704856"/>
                      <a:gd name="connsiteY19" fmla="*/ 432048 h 432048"/>
                      <a:gd name="connsiteX20" fmla="*/ 4379914 w 7704856"/>
                      <a:gd name="connsiteY20" fmla="*/ 432048 h 432048"/>
                      <a:gd name="connsiteX21" fmla="*/ 3633136 w 7704856"/>
                      <a:gd name="connsiteY21" fmla="*/ 432048 h 432048"/>
                      <a:gd name="connsiteX22" fmla="*/ 3040455 w 7704856"/>
                      <a:gd name="connsiteY22" fmla="*/ 432048 h 432048"/>
                      <a:gd name="connsiteX23" fmla="*/ 2601871 w 7704856"/>
                      <a:gd name="connsiteY23" fmla="*/ 432048 h 432048"/>
                      <a:gd name="connsiteX24" fmla="*/ 2009189 w 7704856"/>
                      <a:gd name="connsiteY24" fmla="*/ 432048 h 432048"/>
                      <a:gd name="connsiteX25" fmla="*/ 1647654 w 7704856"/>
                      <a:gd name="connsiteY25" fmla="*/ 432048 h 432048"/>
                      <a:gd name="connsiteX26" fmla="*/ 1286118 w 7704856"/>
                      <a:gd name="connsiteY26" fmla="*/ 432048 h 432048"/>
                      <a:gd name="connsiteX27" fmla="*/ 693437 w 7704856"/>
                      <a:gd name="connsiteY27" fmla="*/ 432048 h 432048"/>
                      <a:gd name="connsiteX28" fmla="*/ 0 w 7704856"/>
                      <a:gd name="connsiteY28" fmla="*/ 432048 h 432048"/>
                      <a:gd name="connsiteX29" fmla="*/ 0 w 7704856"/>
                      <a:gd name="connsiteY29" fmla="*/ 0 h 432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7704856" h="432048" extrusionOk="0">
                        <a:moveTo>
                          <a:pt x="0" y="0"/>
                        </a:moveTo>
                        <a:cubicBezTo>
                          <a:pt x="114972" y="-28133"/>
                          <a:pt x="382324" y="19631"/>
                          <a:pt x="515633" y="0"/>
                        </a:cubicBezTo>
                        <a:cubicBezTo>
                          <a:pt x="648942" y="-19631"/>
                          <a:pt x="752617" y="17796"/>
                          <a:pt x="877168" y="0"/>
                        </a:cubicBezTo>
                        <a:cubicBezTo>
                          <a:pt x="1001719" y="-17796"/>
                          <a:pt x="1360887" y="43345"/>
                          <a:pt x="1623947" y="0"/>
                        </a:cubicBezTo>
                        <a:cubicBezTo>
                          <a:pt x="1887007" y="-43345"/>
                          <a:pt x="2035996" y="47169"/>
                          <a:pt x="2139579" y="0"/>
                        </a:cubicBezTo>
                        <a:cubicBezTo>
                          <a:pt x="2243162" y="-47169"/>
                          <a:pt x="2505594" y="7750"/>
                          <a:pt x="2655212" y="0"/>
                        </a:cubicBezTo>
                        <a:cubicBezTo>
                          <a:pt x="2804830" y="-7750"/>
                          <a:pt x="3088326" y="65947"/>
                          <a:pt x="3401990" y="0"/>
                        </a:cubicBezTo>
                        <a:cubicBezTo>
                          <a:pt x="3715654" y="-65947"/>
                          <a:pt x="3686299" y="30389"/>
                          <a:pt x="3840574" y="0"/>
                        </a:cubicBezTo>
                        <a:cubicBezTo>
                          <a:pt x="3994849" y="-30389"/>
                          <a:pt x="4326543" y="88637"/>
                          <a:pt x="4587353" y="0"/>
                        </a:cubicBezTo>
                        <a:cubicBezTo>
                          <a:pt x="4848163" y="-88637"/>
                          <a:pt x="4976290" y="40275"/>
                          <a:pt x="5334131" y="0"/>
                        </a:cubicBezTo>
                        <a:cubicBezTo>
                          <a:pt x="5691972" y="-40275"/>
                          <a:pt x="5777457" y="35698"/>
                          <a:pt x="5926812" y="0"/>
                        </a:cubicBezTo>
                        <a:cubicBezTo>
                          <a:pt x="6076167" y="-35698"/>
                          <a:pt x="6334204" y="72247"/>
                          <a:pt x="6673591" y="0"/>
                        </a:cubicBezTo>
                        <a:cubicBezTo>
                          <a:pt x="7012978" y="-72247"/>
                          <a:pt x="6948230" y="53927"/>
                          <a:pt x="7189223" y="0"/>
                        </a:cubicBezTo>
                        <a:cubicBezTo>
                          <a:pt x="7430216" y="-53927"/>
                          <a:pt x="7543712" y="60998"/>
                          <a:pt x="7704856" y="0"/>
                        </a:cubicBezTo>
                        <a:cubicBezTo>
                          <a:pt x="7754359" y="102719"/>
                          <a:pt x="7678635" y="279028"/>
                          <a:pt x="7704856" y="432048"/>
                        </a:cubicBezTo>
                        <a:cubicBezTo>
                          <a:pt x="7447477" y="475970"/>
                          <a:pt x="7405945" y="383665"/>
                          <a:pt x="7112175" y="432048"/>
                        </a:cubicBezTo>
                        <a:cubicBezTo>
                          <a:pt x="6818405" y="480431"/>
                          <a:pt x="6744711" y="429363"/>
                          <a:pt x="6519494" y="432048"/>
                        </a:cubicBezTo>
                        <a:cubicBezTo>
                          <a:pt x="6294277" y="434733"/>
                          <a:pt x="6129542" y="371680"/>
                          <a:pt x="5772715" y="432048"/>
                        </a:cubicBezTo>
                        <a:cubicBezTo>
                          <a:pt x="5415888" y="492416"/>
                          <a:pt x="5305609" y="363758"/>
                          <a:pt x="5180034" y="432048"/>
                        </a:cubicBezTo>
                        <a:cubicBezTo>
                          <a:pt x="5054459" y="500338"/>
                          <a:pt x="4995058" y="428763"/>
                          <a:pt x="4818498" y="432048"/>
                        </a:cubicBezTo>
                        <a:cubicBezTo>
                          <a:pt x="4641938" y="435333"/>
                          <a:pt x="4489869" y="397468"/>
                          <a:pt x="4379914" y="432048"/>
                        </a:cubicBezTo>
                        <a:cubicBezTo>
                          <a:pt x="4269959" y="466628"/>
                          <a:pt x="3983450" y="353884"/>
                          <a:pt x="3633136" y="432048"/>
                        </a:cubicBezTo>
                        <a:cubicBezTo>
                          <a:pt x="3282822" y="510212"/>
                          <a:pt x="3172141" y="422287"/>
                          <a:pt x="3040455" y="432048"/>
                        </a:cubicBezTo>
                        <a:cubicBezTo>
                          <a:pt x="2908769" y="441809"/>
                          <a:pt x="2789278" y="382947"/>
                          <a:pt x="2601871" y="432048"/>
                        </a:cubicBezTo>
                        <a:cubicBezTo>
                          <a:pt x="2414464" y="481149"/>
                          <a:pt x="2177480" y="388916"/>
                          <a:pt x="2009189" y="432048"/>
                        </a:cubicBezTo>
                        <a:cubicBezTo>
                          <a:pt x="1840898" y="475180"/>
                          <a:pt x="1731621" y="423608"/>
                          <a:pt x="1647654" y="432048"/>
                        </a:cubicBezTo>
                        <a:cubicBezTo>
                          <a:pt x="1563688" y="440488"/>
                          <a:pt x="1373100" y="424864"/>
                          <a:pt x="1286118" y="432048"/>
                        </a:cubicBezTo>
                        <a:cubicBezTo>
                          <a:pt x="1199136" y="439232"/>
                          <a:pt x="849134" y="401267"/>
                          <a:pt x="693437" y="432048"/>
                        </a:cubicBezTo>
                        <a:cubicBezTo>
                          <a:pt x="537740" y="462829"/>
                          <a:pt x="269019" y="403814"/>
                          <a:pt x="0" y="432048"/>
                        </a:cubicBezTo>
                        <a:cubicBezTo>
                          <a:pt x="-29945" y="317059"/>
                          <a:pt x="742" y="2047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-300" normalizeH="0" baseline="0" noProof="0" dirty="0">
              <a:ln>
                <a:noFill/>
              </a:ln>
              <a:solidFill>
                <a:srgbClr val="E76618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938237-3683-487D-8001-09BDF6932F10}"/>
              </a:ext>
            </a:extLst>
          </p:cNvPr>
          <p:cNvSpPr/>
          <p:nvPr/>
        </p:nvSpPr>
        <p:spPr>
          <a:xfrm>
            <a:off x="191141" y="3428999"/>
            <a:ext cx="11792311" cy="3340769"/>
          </a:xfrm>
          <a:prstGeom prst="rect">
            <a:avLst/>
          </a:prstGeom>
          <a:noFill/>
          <a:ln w="44450">
            <a:solidFill>
              <a:srgbClr val="0070C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704856"/>
                      <a:gd name="connsiteY0" fmla="*/ 0 h 432048"/>
                      <a:gd name="connsiteX1" fmla="*/ 515633 w 7704856"/>
                      <a:gd name="connsiteY1" fmla="*/ 0 h 432048"/>
                      <a:gd name="connsiteX2" fmla="*/ 877168 w 7704856"/>
                      <a:gd name="connsiteY2" fmla="*/ 0 h 432048"/>
                      <a:gd name="connsiteX3" fmla="*/ 1623947 w 7704856"/>
                      <a:gd name="connsiteY3" fmla="*/ 0 h 432048"/>
                      <a:gd name="connsiteX4" fmla="*/ 2139579 w 7704856"/>
                      <a:gd name="connsiteY4" fmla="*/ 0 h 432048"/>
                      <a:gd name="connsiteX5" fmla="*/ 2655212 w 7704856"/>
                      <a:gd name="connsiteY5" fmla="*/ 0 h 432048"/>
                      <a:gd name="connsiteX6" fmla="*/ 3401990 w 7704856"/>
                      <a:gd name="connsiteY6" fmla="*/ 0 h 432048"/>
                      <a:gd name="connsiteX7" fmla="*/ 3840574 w 7704856"/>
                      <a:gd name="connsiteY7" fmla="*/ 0 h 432048"/>
                      <a:gd name="connsiteX8" fmla="*/ 4587353 w 7704856"/>
                      <a:gd name="connsiteY8" fmla="*/ 0 h 432048"/>
                      <a:gd name="connsiteX9" fmla="*/ 5334131 w 7704856"/>
                      <a:gd name="connsiteY9" fmla="*/ 0 h 432048"/>
                      <a:gd name="connsiteX10" fmla="*/ 5926812 w 7704856"/>
                      <a:gd name="connsiteY10" fmla="*/ 0 h 432048"/>
                      <a:gd name="connsiteX11" fmla="*/ 6673591 w 7704856"/>
                      <a:gd name="connsiteY11" fmla="*/ 0 h 432048"/>
                      <a:gd name="connsiteX12" fmla="*/ 7189223 w 7704856"/>
                      <a:gd name="connsiteY12" fmla="*/ 0 h 432048"/>
                      <a:gd name="connsiteX13" fmla="*/ 7704856 w 7704856"/>
                      <a:gd name="connsiteY13" fmla="*/ 0 h 432048"/>
                      <a:gd name="connsiteX14" fmla="*/ 7704856 w 7704856"/>
                      <a:gd name="connsiteY14" fmla="*/ 432048 h 432048"/>
                      <a:gd name="connsiteX15" fmla="*/ 7112175 w 7704856"/>
                      <a:gd name="connsiteY15" fmla="*/ 432048 h 432048"/>
                      <a:gd name="connsiteX16" fmla="*/ 6519494 w 7704856"/>
                      <a:gd name="connsiteY16" fmla="*/ 432048 h 432048"/>
                      <a:gd name="connsiteX17" fmla="*/ 5772715 w 7704856"/>
                      <a:gd name="connsiteY17" fmla="*/ 432048 h 432048"/>
                      <a:gd name="connsiteX18" fmla="*/ 5180034 w 7704856"/>
                      <a:gd name="connsiteY18" fmla="*/ 432048 h 432048"/>
                      <a:gd name="connsiteX19" fmla="*/ 4818498 w 7704856"/>
                      <a:gd name="connsiteY19" fmla="*/ 432048 h 432048"/>
                      <a:gd name="connsiteX20" fmla="*/ 4379914 w 7704856"/>
                      <a:gd name="connsiteY20" fmla="*/ 432048 h 432048"/>
                      <a:gd name="connsiteX21" fmla="*/ 3633136 w 7704856"/>
                      <a:gd name="connsiteY21" fmla="*/ 432048 h 432048"/>
                      <a:gd name="connsiteX22" fmla="*/ 3040455 w 7704856"/>
                      <a:gd name="connsiteY22" fmla="*/ 432048 h 432048"/>
                      <a:gd name="connsiteX23" fmla="*/ 2601871 w 7704856"/>
                      <a:gd name="connsiteY23" fmla="*/ 432048 h 432048"/>
                      <a:gd name="connsiteX24" fmla="*/ 2009189 w 7704856"/>
                      <a:gd name="connsiteY24" fmla="*/ 432048 h 432048"/>
                      <a:gd name="connsiteX25" fmla="*/ 1647654 w 7704856"/>
                      <a:gd name="connsiteY25" fmla="*/ 432048 h 432048"/>
                      <a:gd name="connsiteX26" fmla="*/ 1286118 w 7704856"/>
                      <a:gd name="connsiteY26" fmla="*/ 432048 h 432048"/>
                      <a:gd name="connsiteX27" fmla="*/ 693437 w 7704856"/>
                      <a:gd name="connsiteY27" fmla="*/ 432048 h 432048"/>
                      <a:gd name="connsiteX28" fmla="*/ 0 w 7704856"/>
                      <a:gd name="connsiteY28" fmla="*/ 432048 h 432048"/>
                      <a:gd name="connsiteX29" fmla="*/ 0 w 7704856"/>
                      <a:gd name="connsiteY29" fmla="*/ 0 h 432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7704856" h="432048" extrusionOk="0">
                        <a:moveTo>
                          <a:pt x="0" y="0"/>
                        </a:moveTo>
                        <a:cubicBezTo>
                          <a:pt x="114972" y="-28133"/>
                          <a:pt x="382324" y="19631"/>
                          <a:pt x="515633" y="0"/>
                        </a:cubicBezTo>
                        <a:cubicBezTo>
                          <a:pt x="648942" y="-19631"/>
                          <a:pt x="752617" y="17796"/>
                          <a:pt x="877168" y="0"/>
                        </a:cubicBezTo>
                        <a:cubicBezTo>
                          <a:pt x="1001719" y="-17796"/>
                          <a:pt x="1360887" y="43345"/>
                          <a:pt x="1623947" y="0"/>
                        </a:cubicBezTo>
                        <a:cubicBezTo>
                          <a:pt x="1887007" y="-43345"/>
                          <a:pt x="2035996" y="47169"/>
                          <a:pt x="2139579" y="0"/>
                        </a:cubicBezTo>
                        <a:cubicBezTo>
                          <a:pt x="2243162" y="-47169"/>
                          <a:pt x="2505594" y="7750"/>
                          <a:pt x="2655212" y="0"/>
                        </a:cubicBezTo>
                        <a:cubicBezTo>
                          <a:pt x="2804830" y="-7750"/>
                          <a:pt x="3088326" y="65947"/>
                          <a:pt x="3401990" y="0"/>
                        </a:cubicBezTo>
                        <a:cubicBezTo>
                          <a:pt x="3715654" y="-65947"/>
                          <a:pt x="3686299" y="30389"/>
                          <a:pt x="3840574" y="0"/>
                        </a:cubicBezTo>
                        <a:cubicBezTo>
                          <a:pt x="3994849" y="-30389"/>
                          <a:pt x="4326543" y="88637"/>
                          <a:pt x="4587353" y="0"/>
                        </a:cubicBezTo>
                        <a:cubicBezTo>
                          <a:pt x="4848163" y="-88637"/>
                          <a:pt x="4976290" y="40275"/>
                          <a:pt x="5334131" y="0"/>
                        </a:cubicBezTo>
                        <a:cubicBezTo>
                          <a:pt x="5691972" y="-40275"/>
                          <a:pt x="5777457" y="35698"/>
                          <a:pt x="5926812" y="0"/>
                        </a:cubicBezTo>
                        <a:cubicBezTo>
                          <a:pt x="6076167" y="-35698"/>
                          <a:pt x="6334204" y="72247"/>
                          <a:pt x="6673591" y="0"/>
                        </a:cubicBezTo>
                        <a:cubicBezTo>
                          <a:pt x="7012978" y="-72247"/>
                          <a:pt x="6948230" y="53927"/>
                          <a:pt x="7189223" y="0"/>
                        </a:cubicBezTo>
                        <a:cubicBezTo>
                          <a:pt x="7430216" y="-53927"/>
                          <a:pt x="7543712" y="60998"/>
                          <a:pt x="7704856" y="0"/>
                        </a:cubicBezTo>
                        <a:cubicBezTo>
                          <a:pt x="7754359" y="102719"/>
                          <a:pt x="7678635" y="279028"/>
                          <a:pt x="7704856" y="432048"/>
                        </a:cubicBezTo>
                        <a:cubicBezTo>
                          <a:pt x="7447477" y="475970"/>
                          <a:pt x="7405945" y="383665"/>
                          <a:pt x="7112175" y="432048"/>
                        </a:cubicBezTo>
                        <a:cubicBezTo>
                          <a:pt x="6818405" y="480431"/>
                          <a:pt x="6744711" y="429363"/>
                          <a:pt x="6519494" y="432048"/>
                        </a:cubicBezTo>
                        <a:cubicBezTo>
                          <a:pt x="6294277" y="434733"/>
                          <a:pt x="6129542" y="371680"/>
                          <a:pt x="5772715" y="432048"/>
                        </a:cubicBezTo>
                        <a:cubicBezTo>
                          <a:pt x="5415888" y="492416"/>
                          <a:pt x="5305609" y="363758"/>
                          <a:pt x="5180034" y="432048"/>
                        </a:cubicBezTo>
                        <a:cubicBezTo>
                          <a:pt x="5054459" y="500338"/>
                          <a:pt x="4995058" y="428763"/>
                          <a:pt x="4818498" y="432048"/>
                        </a:cubicBezTo>
                        <a:cubicBezTo>
                          <a:pt x="4641938" y="435333"/>
                          <a:pt x="4489869" y="397468"/>
                          <a:pt x="4379914" y="432048"/>
                        </a:cubicBezTo>
                        <a:cubicBezTo>
                          <a:pt x="4269959" y="466628"/>
                          <a:pt x="3983450" y="353884"/>
                          <a:pt x="3633136" y="432048"/>
                        </a:cubicBezTo>
                        <a:cubicBezTo>
                          <a:pt x="3282822" y="510212"/>
                          <a:pt x="3172141" y="422287"/>
                          <a:pt x="3040455" y="432048"/>
                        </a:cubicBezTo>
                        <a:cubicBezTo>
                          <a:pt x="2908769" y="441809"/>
                          <a:pt x="2789278" y="382947"/>
                          <a:pt x="2601871" y="432048"/>
                        </a:cubicBezTo>
                        <a:cubicBezTo>
                          <a:pt x="2414464" y="481149"/>
                          <a:pt x="2177480" y="388916"/>
                          <a:pt x="2009189" y="432048"/>
                        </a:cubicBezTo>
                        <a:cubicBezTo>
                          <a:pt x="1840898" y="475180"/>
                          <a:pt x="1731621" y="423608"/>
                          <a:pt x="1647654" y="432048"/>
                        </a:cubicBezTo>
                        <a:cubicBezTo>
                          <a:pt x="1563688" y="440488"/>
                          <a:pt x="1373100" y="424864"/>
                          <a:pt x="1286118" y="432048"/>
                        </a:cubicBezTo>
                        <a:cubicBezTo>
                          <a:pt x="1199136" y="439232"/>
                          <a:pt x="849134" y="401267"/>
                          <a:pt x="693437" y="432048"/>
                        </a:cubicBezTo>
                        <a:cubicBezTo>
                          <a:pt x="537740" y="462829"/>
                          <a:pt x="269019" y="403814"/>
                          <a:pt x="0" y="432048"/>
                        </a:cubicBezTo>
                        <a:cubicBezTo>
                          <a:pt x="-29945" y="317059"/>
                          <a:pt x="742" y="2047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-300" normalizeH="0" baseline="0" noProof="0" dirty="0">
              <a:ln>
                <a:noFill/>
              </a:ln>
              <a:solidFill>
                <a:srgbClr val="E76618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710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ECB4E93-1DC8-4B70-AD4F-F14A93576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665746"/>
            <a:ext cx="11943347" cy="61040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ACD353B-1F62-4C88-909C-5C1B1EDAECC9}"/>
              </a:ext>
            </a:extLst>
          </p:cNvPr>
          <p:cNvSpPr txBox="1"/>
          <p:nvPr/>
        </p:nvSpPr>
        <p:spPr>
          <a:xfrm>
            <a:off x="850232" y="301505"/>
            <a:ext cx="8695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신입생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연도별 입학성적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중학교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석차백분율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기준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7B4B93-3049-42EC-B584-6CA7804AD694}"/>
              </a:ext>
            </a:extLst>
          </p:cNvPr>
          <p:cNvSpPr/>
          <p:nvPr/>
        </p:nvSpPr>
        <p:spPr>
          <a:xfrm>
            <a:off x="191142" y="763170"/>
            <a:ext cx="11792311" cy="2665830"/>
          </a:xfrm>
          <a:prstGeom prst="rect">
            <a:avLst/>
          </a:prstGeom>
          <a:noFill/>
          <a:ln w="44450">
            <a:solidFill>
              <a:srgbClr val="0070C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704856"/>
                      <a:gd name="connsiteY0" fmla="*/ 0 h 432048"/>
                      <a:gd name="connsiteX1" fmla="*/ 515633 w 7704856"/>
                      <a:gd name="connsiteY1" fmla="*/ 0 h 432048"/>
                      <a:gd name="connsiteX2" fmla="*/ 877168 w 7704856"/>
                      <a:gd name="connsiteY2" fmla="*/ 0 h 432048"/>
                      <a:gd name="connsiteX3" fmla="*/ 1623947 w 7704856"/>
                      <a:gd name="connsiteY3" fmla="*/ 0 h 432048"/>
                      <a:gd name="connsiteX4" fmla="*/ 2139579 w 7704856"/>
                      <a:gd name="connsiteY4" fmla="*/ 0 h 432048"/>
                      <a:gd name="connsiteX5" fmla="*/ 2655212 w 7704856"/>
                      <a:gd name="connsiteY5" fmla="*/ 0 h 432048"/>
                      <a:gd name="connsiteX6" fmla="*/ 3401990 w 7704856"/>
                      <a:gd name="connsiteY6" fmla="*/ 0 h 432048"/>
                      <a:gd name="connsiteX7" fmla="*/ 3840574 w 7704856"/>
                      <a:gd name="connsiteY7" fmla="*/ 0 h 432048"/>
                      <a:gd name="connsiteX8" fmla="*/ 4587353 w 7704856"/>
                      <a:gd name="connsiteY8" fmla="*/ 0 h 432048"/>
                      <a:gd name="connsiteX9" fmla="*/ 5334131 w 7704856"/>
                      <a:gd name="connsiteY9" fmla="*/ 0 h 432048"/>
                      <a:gd name="connsiteX10" fmla="*/ 5926812 w 7704856"/>
                      <a:gd name="connsiteY10" fmla="*/ 0 h 432048"/>
                      <a:gd name="connsiteX11" fmla="*/ 6673591 w 7704856"/>
                      <a:gd name="connsiteY11" fmla="*/ 0 h 432048"/>
                      <a:gd name="connsiteX12" fmla="*/ 7189223 w 7704856"/>
                      <a:gd name="connsiteY12" fmla="*/ 0 h 432048"/>
                      <a:gd name="connsiteX13" fmla="*/ 7704856 w 7704856"/>
                      <a:gd name="connsiteY13" fmla="*/ 0 h 432048"/>
                      <a:gd name="connsiteX14" fmla="*/ 7704856 w 7704856"/>
                      <a:gd name="connsiteY14" fmla="*/ 432048 h 432048"/>
                      <a:gd name="connsiteX15" fmla="*/ 7112175 w 7704856"/>
                      <a:gd name="connsiteY15" fmla="*/ 432048 h 432048"/>
                      <a:gd name="connsiteX16" fmla="*/ 6519494 w 7704856"/>
                      <a:gd name="connsiteY16" fmla="*/ 432048 h 432048"/>
                      <a:gd name="connsiteX17" fmla="*/ 5772715 w 7704856"/>
                      <a:gd name="connsiteY17" fmla="*/ 432048 h 432048"/>
                      <a:gd name="connsiteX18" fmla="*/ 5180034 w 7704856"/>
                      <a:gd name="connsiteY18" fmla="*/ 432048 h 432048"/>
                      <a:gd name="connsiteX19" fmla="*/ 4818498 w 7704856"/>
                      <a:gd name="connsiteY19" fmla="*/ 432048 h 432048"/>
                      <a:gd name="connsiteX20" fmla="*/ 4379914 w 7704856"/>
                      <a:gd name="connsiteY20" fmla="*/ 432048 h 432048"/>
                      <a:gd name="connsiteX21" fmla="*/ 3633136 w 7704856"/>
                      <a:gd name="connsiteY21" fmla="*/ 432048 h 432048"/>
                      <a:gd name="connsiteX22" fmla="*/ 3040455 w 7704856"/>
                      <a:gd name="connsiteY22" fmla="*/ 432048 h 432048"/>
                      <a:gd name="connsiteX23" fmla="*/ 2601871 w 7704856"/>
                      <a:gd name="connsiteY23" fmla="*/ 432048 h 432048"/>
                      <a:gd name="connsiteX24" fmla="*/ 2009189 w 7704856"/>
                      <a:gd name="connsiteY24" fmla="*/ 432048 h 432048"/>
                      <a:gd name="connsiteX25" fmla="*/ 1647654 w 7704856"/>
                      <a:gd name="connsiteY25" fmla="*/ 432048 h 432048"/>
                      <a:gd name="connsiteX26" fmla="*/ 1286118 w 7704856"/>
                      <a:gd name="connsiteY26" fmla="*/ 432048 h 432048"/>
                      <a:gd name="connsiteX27" fmla="*/ 693437 w 7704856"/>
                      <a:gd name="connsiteY27" fmla="*/ 432048 h 432048"/>
                      <a:gd name="connsiteX28" fmla="*/ 0 w 7704856"/>
                      <a:gd name="connsiteY28" fmla="*/ 432048 h 432048"/>
                      <a:gd name="connsiteX29" fmla="*/ 0 w 7704856"/>
                      <a:gd name="connsiteY29" fmla="*/ 0 h 432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7704856" h="432048" extrusionOk="0">
                        <a:moveTo>
                          <a:pt x="0" y="0"/>
                        </a:moveTo>
                        <a:cubicBezTo>
                          <a:pt x="114972" y="-28133"/>
                          <a:pt x="382324" y="19631"/>
                          <a:pt x="515633" y="0"/>
                        </a:cubicBezTo>
                        <a:cubicBezTo>
                          <a:pt x="648942" y="-19631"/>
                          <a:pt x="752617" y="17796"/>
                          <a:pt x="877168" y="0"/>
                        </a:cubicBezTo>
                        <a:cubicBezTo>
                          <a:pt x="1001719" y="-17796"/>
                          <a:pt x="1360887" y="43345"/>
                          <a:pt x="1623947" y="0"/>
                        </a:cubicBezTo>
                        <a:cubicBezTo>
                          <a:pt x="1887007" y="-43345"/>
                          <a:pt x="2035996" y="47169"/>
                          <a:pt x="2139579" y="0"/>
                        </a:cubicBezTo>
                        <a:cubicBezTo>
                          <a:pt x="2243162" y="-47169"/>
                          <a:pt x="2505594" y="7750"/>
                          <a:pt x="2655212" y="0"/>
                        </a:cubicBezTo>
                        <a:cubicBezTo>
                          <a:pt x="2804830" y="-7750"/>
                          <a:pt x="3088326" y="65947"/>
                          <a:pt x="3401990" y="0"/>
                        </a:cubicBezTo>
                        <a:cubicBezTo>
                          <a:pt x="3715654" y="-65947"/>
                          <a:pt x="3686299" y="30389"/>
                          <a:pt x="3840574" y="0"/>
                        </a:cubicBezTo>
                        <a:cubicBezTo>
                          <a:pt x="3994849" y="-30389"/>
                          <a:pt x="4326543" y="88637"/>
                          <a:pt x="4587353" y="0"/>
                        </a:cubicBezTo>
                        <a:cubicBezTo>
                          <a:pt x="4848163" y="-88637"/>
                          <a:pt x="4976290" y="40275"/>
                          <a:pt x="5334131" y="0"/>
                        </a:cubicBezTo>
                        <a:cubicBezTo>
                          <a:pt x="5691972" y="-40275"/>
                          <a:pt x="5777457" y="35698"/>
                          <a:pt x="5926812" y="0"/>
                        </a:cubicBezTo>
                        <a:cubicBezTo>
                          <a:pt x="6076167" y="-35698"/>
                          <a:pt x="6334204" y="72247"/>
                          <a:pt x="6673591" y="0"/>
                        </a:cubicBezTo>
                        <a:cubicBezTo>
                          <a:pt x="7012978" y="-72247"/>
                          <a:pt x="6948230" y="53927"/>
                          <a:pt x="7189223" y="0"/>
                        </a:cubicBezTo>
                        <a:cubicBezTo>
                          <a:pt x="7430216" y="-53927"/>
                          <a:pt x="7543712" y="60998"/>
                          <a:pt x="7704856" y="0"/>
                        </a:cubicBezTo>
                        <a:cubicBezTo>
                          <a:pt x="7754359" y="102719"/>
                          <a:pt x="7678635" y="279028"/>
                          <a:pt x="7704856" y="432048"/>
                        </a:cubicBezTo>
                        <a:cubicBezTo>
                          <a:pt x="7447477" y="475970"/>
                          <a:pt x="7405945" y="383665"/>
                          <a:pt x="7112175" y="432048"/>
                        </a:cubicBezTo>
                        <a:cubicBezTo>
                          <a:pt x="6818405" y="480431"/>
                          <a:pt x="6744711" y="429363"/>
                          <a:pt x="6519494" y="432048"/>
                        </a:cubicBezTo>
                        <a:cubicBezTo>
                          <a:pt x="6294277" y="434733"/>
                          <a:pt x="6129542" y="371680"/>
                          <a:pt x="5772715" y="432048"/>
                        </a:cubicBezTo>
                        <a:cubicBezTo>
                          <a:pt x="5415888" y="492416"/>
                          <a:pt x="5305609" y="363758"/>
                          <a:pt x="5180034" y="432048"/>
                        </a:cubicBezTo>
                        <a:cubicBezTo>
                          <a:pt x="5054459" y="500338"/>
                          <a:pt x="4995058" y="428763"/>
                          <a:pt x="4818498" y="432048"/>
                        </a:cubicBezTo>
                        <a:cubicBezTo>
                          <a:pt x="4641938" y="435333"/>
                          <a:pt x="4489869" y="397468"/>
                          <a:pt x="4379914" y="432048"/>
                        </a:cubicBezTo>
                        <a:cubicBezTo>
                          <a:pt x="4269959" y="466628"/>
                          <a:pt x="3983450" y="353884"/>
                          <a:pt x="3633136" y="432048"/>
                        </a:cubicBezTo>
                        <a:cubicBezTo>
                          <a:pt x="3282822" y="510212"/>
                          <a:pt x="3172141" y="422287"/>
                          <a:pt x="3040455" y="432048"/>
                        </a:cubicBezTo>
                        <a:cubicBezTo>
                          <a:pt x="2908769" y="441809"/>
                          <a:pt x="2789278" y="382947"/>
                          <a:pt x="2601871" y="432048"/>
                        </a:cubicBezTo>
                        <a:cubicBezTo>
                          <a:pt x="2414464" y="481149"/>
                          <a:pt x="2177480" y="388916"/>
                          <a:pt x="2009189" y="432048"/>
                        </a:cubicBezTo>
                        <a:cubicBezTo>
                          <a:pt x="1840898" y="475180"/>
                          <a:pt x="1731621" y="423608"/>
                          <a:pt x="1647654" y="432048"/>
                        </a:cubicBezTo>
                        <a:cubicBezTo>
                          <a:pt x="1563688" y="440488"/>
                          <a:pt x="1373100" y="424864"/>
                          <a:pt x="1286118" y="432048"/>
                        </a:cubicBezTo>
                        <a:cubicBezTo>
                          <a:pt x="1199136" y="439232"/>
                          <a:pt x="849134" y="401267"/>
                          <a:pt x="693437" y="432048"/>
                        </a:cubicBezTo>
                        <a:cubicBezTo>
                          <a:pt x="537740" y="462829"/>
                          <a:pt x="269019" y="403814"/>
                          <a:pt x="0" y="432048"/>
                        </a:cubicBezTo>
                        <a:cubicBezTo>
                          <a:pt x="-29945" y="317059"/>
                          <a:pt x="742" y="2047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-300" normalizeH="0" baseline="0" noProof="0" dirty="0">
              <a:ln>
                <a:noFill/>
              </a:ln>
              <a:solidFill>
                <a:srgbClr val="E76618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938237-3683-487D-8001-09BDF6932F10}"/>
              </a:ext>
            </a:extLst>
          </p:cNvPr>
          <p:cNvSpPr/>
          <p:nvPr/>
        </p:nvSpPr>
        <p:spPr>
          <a:xfrm>
            <a:off x="191141" y="3428999"/>
            <a:ext cx="11792311" cy="3340769"/>
          </a:xfrm>
          <a:prstGeom prst="rect">
            <a:avLst/>
          </a:prstGeom>
          <a:noFill/>
          <a:ln w="44450">
            <a:solidFill>
              <a:srgbClr val="0070C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704856"/>
                      <a:gd name="connsiteY0" fmla="*/ 0 h 432048"/>
                      <a:gd name="connsiteX1" fmla="*/ 515633 w 7704856"/>
                      <a:gd name="connsiteY1" fmla="*/ 0 h 432048"/>
                      <a:gd name="connsiteX2" fmla="*/ 877168 w 7704856"/>
                      <a:gd name="connsiteY2" fmla="*/ 0 h 432048"/>
                      <a:gd name="connsiteX3" fmla="*/ 1623947 w 7704856"/>
                      <a:gd name="connsiteY3" fmla="*/ 0 h 432048"/>
                      <a:gd name="connsiteX4" fmla="*/ 2139579 w 7704856"/>
                      <a:gd name="connsiteY4" fmla="*/ 0 h 432048"/>
                      <a:gd name="connsiteX5" fmla="*/ 2655212 w 7704856"/>
                      <a:gd name="connsiteY5" fmla="*/ 0 h 432048"/>
                      <a:gd name="connsiteX6" fmla="*/ 3401990 w 7704856"/>
                      <a:gd name="connsiteY6" fmla="*/ 0 h 432048"/>
                      <a:gd name="connsiteX7" fmla="*/ 3840574 w 7704856"/>
                      <a:gd name="connsiteY7" fmla="*/ 0 h 432048"/>
                      <a:gd name="connsiteX8" fmla="*/ 4587353 w 7704856"/>
                      <a:gd name="connsiteY8" fmla="*/ 0 h 432048"/>
                      <a:gd name="connsiteX9" fmla="*/ 5334131 w 7704856"/>
                      <a:gd name="connsiteY9" fmla="*/ 0 h 432048"/>
                      <a:gd name="connsiteX10" fmla="*/ 5926812 w 7704856"/>
                      <a:gd name="connsiteY10" fmla="*/ 0 h 432048"/>
                      <a:gd name="connsiteX11" fmla="*/ 6673591 w 7704856"/>
                      <a:gd name="connsiteY11" fmla="*/ 0 h 432048"/>
                      <a:gd name="connsiteX12" fmla="*/ 7189223 w 7704856"/>
                      <a:gd name="connsiteY12" fmla="*/ 0 h 432048"/>
                      <a:gd name="connsiteX13" fmla="*/ 7704856 w 7704856"/>
                      <a:gd name="connsiteY13" fmla="*/ 0 h 432048"/>
                      <a:gd name="connsiteX14" fmla="*/ 7704856 w 7704856"/>
                      <a:gd name="connsiteY14" fmla="*/ 432048 h 432048"/>
                      <a:gd name="connsiteX15" fmla="*/ 7112175 w 7704856"/>
                      <a:gd name="connsiteY15" fmla="*/ 432048 h 432048"/>
                      <a:gd name="connsiteX16" fmla="*/ 6519494 w 7704856"/>
                      <a:gd name="connsiteY16" fmla="*/ 432048 h 432048"/>
                      <a:gd name="connsiteX17" fmla="*/ 5772715 w 7704856"/>
                      <a:gd name="connsiteY17" fmla="*/ 432048 h 432048"/>
                      <a:gd name="connsiteX18" fmla="*/ 5180034 w 7704856"/>
                      <a:gd name="connsiteY18" fmla="*/ 432048 h 432048"/>
                      <a:gd name="connsiteX19" fmla="*/ 4818498 w 7704856"/>
                      <a:gd name="connsiteY19" fmla="*/ 432048 h 432048"/>
                      <a:gd name="connsiteX20" fmla="*/ 4379914 w 7704856"/>
                      <a:gd name="connsiteY20" fmla="*/ 432048 h 432048"/>
                      <a:gd name="connsiteX21" fmla="*/ 3633136 w 7704856"/>
                      <a:gd name="connsiteY21" fmla="*/ 432048 h 432048"/>
                      <a:gd name="connsiteX22" fmla="*/ 3040455 w 7704856"/>
                      <a:gd name="connsiteY22" fmla="*/ 432048 h 432048"/>
                      <a:gd name="connsiteX23" fmla="*/ 2601871 w 7704856"/>
                      <a:gd name="connsiteY23" fmla="*/ 432048 h 432048"/>
                      <a:gd name="connsiteX24" fmla="*/ 2009189 w 7704856"/>
                      <a:gd name="connsiteY24" fmla="*/ 432048 h 432048"/>
                      <a:gd name="connsiteX25" fmla="*/ 1647654 w 7704856"/>
                      <a:gd name="connsiteY25" fmla="*/ 432048 h 432048"/>
                      <a:gd name="connsiteX26" fmla="*/ 1286118 w 7704856"/>
                      <a:gd name="connsiteY26" fmla="*/ 432048 h 432048"/>
                      <a:gd name="connsiteX27" fmla="*/ 693437 w 7704856"/>
                      <a:gd name="connsiteY27" fmla="*/ 432048 h 432048"/>
                      <a:gd name="connsiteX28" fmla="*/ 0 w 7704856"/>
                      <a:gd name="connsiteY28" fmla="*/ 432048 h 432048"/>
                      <a:gd name="connsiteX29" fmla="*/ 0 w 7704856"/>
                      <a:gd name="connsiteY29" fmla="*/ 0 h 432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7704856" h="432048" extrusionOk="0">
                        <a:moveTo>
                          <a:pt x="0" y="0"/>
                        </a:moveTo>
                        <a:cubicBezTo>
                          <a:pt x="114972" y="-28133"/>
                          <a:pt x="382324" y="19631"/>
                          <a:pt x="515633" y="0"/>
                        </a:cubicBezTo>
                        <a:cubicBezTo>
                          <a:pt x="648942" y="-19631"/>
                          <a:pt x="752617" y="17796"/>
                          <a:pt x="877168" y="0"/>
                        </a:cubicBezTo>
                        <a:cubicBezTo>
                          <a:pt x="1001719" y="-17796"/>
                          <a:pt x="1360887" y="43345"/>
                          <a:pt x="1623947" y="0"/>
                        </a:cubicBezTo>
                        <a:cubicBezTo>
                          <a:pt x="1887007" y="-43345"/>
                          <a:pt x="2035996" y="47169"/>
                          <a:pt x="2139579" y="0"/>
                        </a:cubicBezTo>
                        <a:cubicBezTo>
                          <a:pt x="2243162" y="-47169"/>
                          <a:pt x="2505594" y="7750"/>
                          <a:pt x="2655212" y="0"/>
                        </a:cubicBezTo>
                        <a:cubicBezTo>
                          <a:pt x="2804830" y="-7750"/>
                          <a:pt x="3088326" y="65947"/>
                          <a:pt x="3401990" y="0"/>
                        </a:cubicBezTo>
                        <a:cubicBezTo>
                          <a:pt x="3715654" y="-65947"/>
                          <a:pt x="3686299" y="30389"/>
                          <a:pt x="3840574" y="0"/>
                        </a:cubicBezTo>
                        <a:cubicBezTo>
                          <a:pt x="3994849" y="-30389"/>
                          <a:pt x="4326543" y="88637"/>
                          <a:pt x="4587353" y="0"/>
                        </a:cubicBezTo>
                        <a:cubicBezTo>
                          <a:pt x="4848163" y="-88637"/>
                          <a:pt x="4976290" y="40275"/>
                          <a:pt x="5334131" y="0"/>
                        </a:cubicBezTo>
                        <a:cubicBezTo>
                          <a:pt x="5691972" y="-40275"/>
                          <a:pt x="5777457" y="35698"/>
                          <a:pt x="5926812" y="0"/>
                        </a:cubicBezTo>
                        <a:cubicBezTo>
                          <a:pt x="6076167" y="-35698"/>
                          <a:pt x="6334204" y="72247"/>
                          <a:pt x="6673591" y="0"/>
                        </a:cubicBezTo>
                        <a:cubicBezTo>
                          <a:pt x="7012978" y="-72247"/>
                          <a:pt x="6948230" y="53927"/>
                          <a:pt x="7189223" y="0"/>
                        </a:cubicBezTo>
                        <a:cubicBezTo>
                          <a:pt x="7430216" y="-53927"/>
                          <a:pt x="7543712" y="60998"/>
                          <a:pt x="7704856" y="0"/>
                        </a:cubicBezTo>
                        <a:cubicBezTo>
                          <a:pt x="7754359" y="102719"/>
                          <a:pt x="7678635" y="279028"/>
                          <a:pt x="7704856" y="432048"/>
                        </a:cubicBezTo>
                        <a:cubicBezTo>
                          <a:pt x="7447477" y="475970"/>
                          <a:pt x="7405945" y="383665"/>
                          <a:pt x="7112175" y="432048"/>
                        </a:cubicBezTo>
                        <a:cubicBezTo>
                          <a:pt x="6818405" y="480431"/>
                          <a:pt x="6744711" y="429363"/>
                          <a:pt x="6519494" y="432048"/>
                        </a:cubicBezTo>
                        <a:cubicBezTo>
                          <a:pt x="6294277" y="434733"/>
                          <a:pt x="6129542" y="371680"/>
                          <a:pt x="5772715" y="432048"/>
                        </a:cubicBezTo>
                        <a:cubicBezTo>
                          <a:pt x="5415888" y="492416"/>
                          <a:pt x="5305609" y="363758"/>
                          <a:pt x="5180034" y="432048"/>
                        </a:cubicBezTo>
                        <a:cubicBezTo>
                          <a:pt x="5054459" y="500338"/>
                          <a:pt x="4995058" y="428763"/>
                          <a:pt x="4818498" y="432048"/>
                        </a:cubicBezTo>
                        <a:cubicBezTo>
                          <a:pt x="4641938" y="435333"/>
                          <a:pt x="4489869" y="397468"/>
                          <a:pt x="4379914" y="432048"/>
                        </a:cubicBezTo>
                        <a:cubicBezTo>
                          <a:pt x="4269959" y="466628"/>
                          <a:pt x="3983450" y="353884"/>
                          <a:pt x="3633136" y="432048"/>
                        </a:cubicBezTo>
                        <a:cubicBezTo>
                          <a:pt x="3282822" y="510212"/>
                          <a:pt x="3172141" y="422287"/>
                          <a:pt x="3040455" y="432048"/>
                        </a:cubicBezTo>
                        <a:cubicBezTo>
                          <a:pt x="2908769" y="441809"/>
                          <a:pt x="2789278" y="382947"/>
                          <a:pt x="2601871" y="432048"/>
                        </a:cubicBezTo>
                        <a:cubicBezTo>
                          <a:pt x="2414464" y="481149"/>
                          <a:pt x="2177480" y="388916"/>
                          <a:pt x="2009189" y="432048"/>
                        </a:cubicBezTo>
                        <a:cubicBezTo>
                          <a:pt x="1840898" y="475180"/>
                          <a:pt x="1731621" y="423608"/>
                          <a:pt x="1647654" y="432048"/>
                        </a:cubicBezTo>
                        <a:cubicBezTo>
                          <a:pt x="1563688" y="440488"/>
                          <a:pt x="1373100" y="424864"/>
                          <a:pt x="1286118" y="432048"/>
                        </a:cubicBezTo>
                        <a:cubicBezTo>
                          <a:pt x="1199136" y="439232"/>
                          <a:pt x="849134" y="401267"/>
                          <a:pt x="693437" y="432048"/>
                        </a:cubicBezTo>
                        <a:cubicBezTo>
                          <a:pt x="537740" y="462829"/>
                          <a:pt x="269019" y="403814"/>
                          <a:pt x="0" y="432048"/>
                        </a:cubicBezTo>
                        <a:cubicBezTo>
                          <a:pt x="-29945" y="317059"/>
                          <a:pt x="742" y="2047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-300" normalizeH="0" baseline="0" noProof="0" dirty="0">
              <a:ln>
                <a:noFill/>
              </a:ln>
              <a:solidFill>
                <a:srgbClr val="E76618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래픽 5" descr="줄 화살표: 일자형 단색으로 채워진">
            <a:extLst>
              <a:ext uri="{FF2B5EF4-FFF2-40B4-BE49-F238E27FC236}">
                <a16:creationId xmlns:a16="http://schemas.microsoft.com/office/drawing/2014/main" id="{18366044-0C8F-4C3A-BC9B-999E62B77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04491">
            <a:off x="3236665" y="1460688"/>
            <a:ext cx="2116869" cy="1400324"/>
          </a:xfrm>
          <a:prstGeom prst="rect">
            <a:avLst/>
          </a:prstGeom>
        </p:spPr>
      </p:pic>
      <p:pic>
        <p:nvPicPr>
          <p:cNvPr id="9" name="그래픽 8" descr="줄 화살표: 일자형 단색으로 채워진">
            <a:extLst>
              <a:ext uri="{FF2B5EF4-FFF2-40B4-BE49-F238E27FC236}">
                <a16:creationId xmlns:a16="http://schemas.microsoft.com/office/drawing/2014/main" id="{1740CF87-688C-45CC-B22B-A02DF2B8C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23431">
            <a:off x="3799874" y="1936390"/>
            <a:ext cx="1293745" cy="14003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221156-1F5F-479E-80B8-3BFCB80ADDC9}"/>
              </a:ext>
            </a:extLst>
          </p:cNvPr>
          <p:cNvSpPr txBox="1"/>
          <p:nvPr/>
        </p:nvSpPr>
        <p:spPr>
          <a:xfrm rot="20608344">
            <a:off x="9237075" y="1090880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-1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1800" dirty="0">
                <a:solidFill>
                  <a:srgbClr val="E76618"/>
                </a:solidFill>
              </a:rPr>
              <a:t>133</a:t>
            </a:r>
            <a:r>
              <a:rPr lang="ko-KR" altLang="en-US" sz="1800" dirty="0">
                <a:solidFill>
                  <a:srgbClr val="E76618"/>
                </a:solidFill>
              </a:rPr>
              <a:t>명</a:t>
            </a:r>
            <a:r>
              <a:rPr lang="en-US" altLang="ko-KR" sz="1800" dirty="0">
                <a:solidFill>
                  <a:srgbClr val="E76618"/>
                </a:solidFill>
              </a:rPr>
              <a:t>→82</a:t>
            </a:r>
            <a:r>
              <a:rPr lang="ko-KR" altLang="en-US" sz="1800" dirty="0">
                <a:solidFill>
                  <a:srgbClr val="E76618"/>
                </a:solidFill>
              </a:rPr>
              <a:t>명</a:t>
            </a:r>
            <a:r>
              <a:rPr lang="en-US" altLang="ko-KR" sz="1800" dirty="0">
                <a:solidFill>
                  <a:srgbClr val="E76618"/>
                </a:solidFill>
              </a:rPr>
              <a:t>: 51</a:t>
            </a:r>
            <a:r>
              <a:rPr lang="ko-KR" altLang="en-US" sz="1800" dirty="0">
                <a:solidFill>
                  <a:srgbClr val="E76618"/>
                </a:solidFill>
              </a:rPr>
              <a:t>명 감소</a:t>
            </a:r>
            <a:endParaRPr lang="en-US" altLang="ko-KR" sz="1800" dirty="0">
              <a:solidFill>
                <a:srgbClr val="E7661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4F7EE-19B0-4A0C-90A0-CA55EA2EBA36}"/>
              </a:ext>
            </a:extLst>
          </p:cNvPr>
          <p:cNvSpPr txBox="1"/>
          <p:nvPr/>
        </p:nvSpPr>
        <p:spPr>
          <a:xfrm rot="20874263">
            <a:off x="8921139" y="2054212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1800" spc="-150" dirty="0">
                <a:solidFill>
                  <a:srgbClr val="0070C0"/>
                </a:solidFill>
              </a:rPr>
              <a:t>133</a:t>
            </a:r>
            <a:r>
              <a:rPr lang="ko-KR" altLang="en-US" sz="1800" spc="-150" dirty="0">
                <a:solidFill>
                  <a:srgbClr val="0070C0"/>
                </a:solidFill>
              </a:rPr>
              <a:t>명</a:t>
            </a:r>
            <a:r>
              <a:rPr lang="en-US" altLang="ko-KR" sz="1800" spc="-150" dirty="0">
                <a:solidFill>
                  <a:srgbClr val="0070C0"/>
                </a:solidFill>
              </a:rPr>
              <a:t>→93</a:t>
            </a:r>
            <a:r>
              <a:rPr lang="ko-KR" altLang="en-US" sz="1800" spc="-150" dirty="0">
                <a:solidFill>
                  <a:srgbClr val="0070C0"/>
                </a:solidFill>
              </a:rPr>
              <a:t>명</a:t>
            </a:r>
            <a:r>
              <a:rPr lang="en-US" altLang="ko-KR" sz="1800" spc="-150" dirty="0">
                <a:solidFill>
                  <a:srgbClr val="0070C0"/>
                </a:solidFill>
              </a:rPr>
              <a:t>: 40</a:t>
            </a:r>
            <a:r>
              <a:rPr lang="ko-KR" altLang="en-US" sz="1800" spc="-150" dirty="0">
                <a:solidFill>
                  <a:srgbClr val="0070C0"/>
                </a:solidFill>
              </a:rPr>
              <a:t>명 감소</a:t>
            </a:r>
            <a:endParaRPr lang="en-US" altLang="ko-KR" sz="1800" spc="-150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7F4C3-BD2F-4F5E-BAE5-7DDA01B42BA5}"/>
              </a:ext>
            </a:extLst>
          </p:cNvPr>
          <p:cNvSpPr txBox="1"/>
          <p:nvPr/>
        </p:nvSpPr>
        <p:spPr>
          <a:xfrm rot="20768612">
            <a:off x="4505828" y="4050332"/>
            <a:ext cx="3791423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-1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2800" dirty="0">
                <a:solidFill>
                  <a:srgbClr val="E76618"/>
                </a:solidFill>
              </a:rPr>
              <a:t>상위</a:t>
            </a:r>
            <a:r>
              <a:rPr lang="en-US" altLang="ko-KR" sz="2800" dirty="0">
                <a:solidFill>
                  <a:srgbClr val="E76618"/>
                </a:solidFill>
              </a:rPr>
              <a:t>30%</a:t>
            </a:r>
            <a:r>
              <a:rPr lang="ko-KR" altLang="en-US" sz="2800" dirty="0">
                <a:solidFill>
                  <a:srgbClr val="E76618"/>
                </a:solidFill>
              </a:rPr>
              <a:t>까지 비율 감소</a:t>
            </a:r>
            <a:endParaRPr lang="en-US" altLang="ko-KR" sz="2800" dirty="0">
              <a:solidFill>
                <a:srgbClr val="E76618"/>
              </a:solidFill>
            </a:endParaRPr>
          </a:p>
          <a:p>
            <a:pPr algn="ctr"/>
            <a:r>
              <a:rPr lang="en-US" altLang="ko-KR" sz="2800" dirty="0">
                <a:solidFill>
                  <a:srgbClr val="E76618"/>
                </a:solidFill>
              </a:rPr>
              <a:t>36.4%→27.3%</a:t>
            </a:r>
          </a:p>
        </p:txBody>
      </p:sp>
      <p:pic>
        <p:nvPicPr>
          <p:cNvPr id="12" name="그래픽 11" descr="줄 화살표: 일자형 단색으로 채워진">
            <a:extLst>
              <a:ext uri="{FF2B5EF4-FFF2-40B4-BE49-F238E27FC236}">
                <a16:creationId xmlns:a16="http://schemas.microsoft.com/office/drawing/2014/main" id="{BB9826B7-EC46-436B-9144-330D7614D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922062">
            <a:off x="3535814" y="4158853"/>
            <a:ext cx="2085282" cy="140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25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1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510F23-5FD1-469B-9AFD-158AA93A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" y="88232"/>
            <a:ext cx="11919284" cy="665314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3468DC6-1936-4CE8-A152-4598330BC681}"/>
              </a:ext>
            </a:extLst>
          </p:cNvPr>
          <p:cNvSpPr/>
          <p:nvPr/>
        </p:nvSpPr>
        <p:spPr>
          <a:xfrm>
            <a:off x="231929" y="2446422"/>
            <a:ext cx="11719440" cy="1134978"/>
          </a:xfrm>
          <a:prstGeom prst="rect">
            <a:avLst/>
          </a:prstGeom>
          <a:noFill/>
          <a:ln w="44450">
            <a:solidFill>
              <a:schemeClr val="accent4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704856"/>
                      <a:gd name="connsiteY0" fmla="*/ 0 h 432048"/>
                      <a:gd name="connsiteX1" fmla="*/ 515633 w 7704856"/>
                      <a:gd name="connsiteY1" fmla="*/ 0 h 432048"/>
                      <a:gd name="connsiteX2" fmla="*/ 877168 w 7704856"/>
                      <a:gd name="connsiteY2" fmla="*/ 0 h 432048"/>
                      <a:gd name="connsiteX3" fmla="*/ 1623947 w 7704856"/>
                      <a:gd name="connsiteY3" fmla="*/ 0 h 432048"/>
                      <a:gd name="connsiteX4" fmla="*/ 2139579 w 7704856"/>
                      <a:gd name="connsiteY4" fmla="*/ 0 h 432048"/>
                      <a:gd name="connsiteX5" fmla="*/ 2655212 w 7704856"/>
                      <a:gd name="connsiteY5" fmla="*/ 0 h 432048"/>
                      <a:gd name="connsiteX6" fmla="*/ 3401990 w 7704856"/>
                      <a:gd name="connsiteY6" fmla="*/ 0 h 432048"/>
                      <a:gd name="connsiteX7" fmla="*/ 3840574 w 7704856"/>
                      <a:gd name="connsiteY7" fmla="*/ 0 h 432048"/>
                      <a:gd name="connsiteX8" fmla="*/ 4587353 w 7704856"/>
                      <a:gd name="connsiteY8" fmla="*/ 0 h 432048"/>
                      <a:gd name="connsiteX9" fmla="*/ 5334131 w 7704856"/>
                      <a:gd name="connsiteY9" fmla="*/ 0 h 432048"/>
                      <a:gd name="connsiteX10" fmla="*/ 5926812 w 7704856"/>
                      <a:gd name="connsiteY10" fmla="*/ 0 h 432048"/>
                      <a:gd name="connsiteX11" fmla="*/ 6673591 w 7704856"/>
                      <a:gd name="connsiteY11" fmla="*/ 0 h 432048"/>
                      <a:gd name="connsiteX12" fmla="*/ 7189223 w 7704856"/>
                      <a:gd name="connsiteY12" fmla="*/ 0 h 432048"/>
                      <a:gd name="connsiteX13" fmla="*/ 7704856 w 7704856"/>
                      <a:gd name="connsiteY13" fmla="*/ 0 h 432048"/>
                      <a:gd name="connsiteX14" fmla="*/ 7704856 w 7704856"/>
                      <a:gd name="connsiteY14" fmla="*/ 432048 h 432048"/>
                      <a:gd name="connsiteX15" fmla="*/ 7112175 w 7704856"/>
                      <a:gd name="connsiteY15" fmla="*/ 432048 h 432048"/>
                      <a:gd name="connsiteX16" fmla="*/ 6519494 w 7704856"/>
                      <a:gd name="connsiteY16" fmla="*/ 432048 h 432048"/>
                      <a:gd name="connsiteX17" fmla="*/ 5772715 w 7704856"/>
                      <a:gd name="connsiteY17" fmla="*/ 432048 h 432048"/>
                      <a:gd name="connsiteX18" fmla="*/ 5180034 w 7704856"/>
                      <a:gd name="connsiteY18" fmla="*/ 432048 h 432048"/>
                      <a:gd name="connsiteX19" fmla="*/ 4818498 w 7704856"/>
                      <a:gd name="connsiteY19" fmla="*/ 432048 h 432048"/>
                      <a:gd name="connsiteX20" fmla="*/ 4379914 w 7704856"/>
                      <a:gd name="connsiteY20" fmla="*/ 432048 h 432048"/>
                      <a:gd name="connsiteX21" fmla="*/ 3633136 w 7704856"/>
                      <a:gd name="connsiteY21" fmla="*/ 432048 h 432048"/>
                      <a:gd name="connsiteX22" fmla="*/ 3040455 w 7704856"/>
                      <a:gd name="connsiteY22" fmla="*/ 432048 h 432048"/>
                      <a:gd name="connsiteX23" fmla="*/ 2601871 w 7704856"/>
                      <a:gd name="connsiteY23" fmla="*/ 432048 h 432048"/>
                      <a:gd name="connsiteX24" fmla="*/ 2009189 w 7704856"/>
                      <a:gd name="connsiteY24" fmla="*/ 432048 h 432048"/>
                      <a:gd name="connsiteX25" fmla="*/ 1647654 w 7704856"/>
                      <a:gd name="connsiteY25" fmla="*/ 432048 h 432048"/>
                      <a:gd name="connsiteX26" fmla="*/ 1286118 w 7704856"/>
                      <a:gd name="connsiteY26" fmla="*/ 432048 h 432048"/>
                      <a:gd name="connsiteX27" fmla="*/ 693437 w 7704856"/>
                      <a:gd name="connsiteY27" fmla="*/ 432048 h 432048"/>
                      <a:gd name="connsiteX28" fmla="*/ 0 w 7704856"/>
                      <a:gd name="connsiteY28" fmla="*/ 432048 h 432048"/>
                      <a:gd name="connsiteX29" fmla="*/ 0 w 7704856"/>
                      <a:gd name="connsiteY29" fmla="*/ 0 h 432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7704856" h="432048" extrusionOk="0">
                        <a:moveTo>
                          <a:pt x="0" y="0"/>
                        </a:moveTo>
                        <a:cubicBezTo>
                          <a:pt x="114972" y="-28133"/>
                          <a:pt x="382324" y="19631"/>
                          <a:pt x="515633" y="0"/>
                        </a:cubicBezTo>
                        <a:cubicBezTo>
                          <a:pt x="648942" y="-19631"/>
                          <a:pt x="752617" y="17796"/>
                          <a:pt x="877168" y="0"/>
                        </a:cubicBezTo>
                        <a:cubicBezTo>
                          <a:pt x="1001719" y="-17796"/>
                          <a:pt x="1360887" y="43345"/>
                          <a:pt x="1623947" y="0"/>
                        </a:cubicBezTo>
                        <a:cubicBezTo>
                          <a:pt x="1887007" y="-43345"/>
                          <a:pt x="2035996" y="47169"/>
                          <a:pt x="2139579" y="0"/>
                        </a:cubicBezTo>
                        <a:cubicBezTo>
                          <a:pt x="2243162" y="-47169"/>
                          <a:pt x="2505594" y="7750"/>
                          <a:pt x="2655212" y="0"/>
                        </a:cubicBezTo>
                        <a:cubicBezTo>
                          <a:pt x="2804830" y="-7750"/>
                          <a:pt x="3088326" y="65947"/>
                          <a:pt x="3401990" y="0"/>
                        </a:cubicBezTo>
                        <a:cubicBezTo>
                          <a:pt x="3715654" y="-65947"/>
                          <a:pt x="3686299" y="30389"/>
                          <a:pt x="3840574" y="0"/>
                        </a:cubicBezTo>
                        <a:cubicBezTo>
                          <a:pt x="3994849" y="-30389"/>
                          <a:pt x="4326543" y="88637"/>
                          <a:pt x="4587353" y="0"/>
                        </a:cubicBezTo>
                        <a:cubicBezTo>
                          <a:pt x="4848163" y="-88637"/>
                          <a:pt x="4976290" y="40275"/>
                          <a:pt x="5334131" y="0"/>
                        </a:cubicBezTo>
                        <a:cubicBezTo>
                          <a:pt x="5691972" y="-40275"/>
                          <a:pt x="5777457" y="35698"/>
                          <a:pt x="5926812" y="0"/>
                        </a:cubicBezTo>
                        <a:cubicBezTo>
                          <a:pt x="6076167" y="-35698"/>
                          <a:pt x="6334204" y="72247"/>
                          <a:pt x="6673591" y="0"/>
                        </a:cubicBezTo>
                        <a:cubicBezTo>
                          <a:pt x="7012978" y="-72247"/>
                          <a:pt x="6948230" y="53927"/>
                          <a:pt x="7189223" y="0"/>
                        </a:cubicBezTo>
                        <a:cubicBezTo>
                          <a:pt x="7430216" y="-53927"/>
                          <a:pt x="7543712" y="60998"/>
                          <a:pt x="7704856" y="0"/>
                        </a:cubicBezTo>
                        <a:cubicBezTo>
                          <a:pt x="7754359" y="102719"/>
                          <a:pt x="7678635" y="279028"/>
                          <a:pt x="7704856" y="432048"/>
                        </a:cubicBezTo>
                        <a:cubicBezTo>
                          <a:pt x="7447477" y="475970"/>
                          <a:pt x="7405945" y="383665"/>
                          <a:pt x="7112175" y="432048"/>
                        </a:cubicBezTo>
                        <a:cubicBezTo>
                          <a:pt x="6818405" y="480431"/>
                          <a:pt x="6744711" y="429363"/>
                          <a:pt x="6519494" y="432048"/>
                        </a:cubicBezTo>
                        <a:cubicBezTo>
                          <a:pt x="6294277" y="434733"/>
                          <a:pt x="6129542" y="371680"/>
                          <a:pt x="5772715" y="432048"/>
                        </a:cubicBezTo>
                        <a:cubicBezTo>
                          <a:pt x="5415888" y="492416"/>
                          <a:pt x="5305609" y="363758"/>
                          <a:pt x="5180034" y="432048"/>
                        </a:cubicBezTo>
                        <a:cubicBezTo>
                          <a:pt x="5054459" y="500338"/>
                          <a:pt x="4995058" y="428763"/>
                          <a:pt x="4818498" y="432048"/>
                        </a:cubicBezTo>
                        <a:cubicBezTo>
                          <a:pt x="4641938" y="435333"/>
                          <a:pt x="4489869" y="397468"/>
                          <a:pt x="4379914" y="432048"/>
                        </a:cubicBezTo>
                        <a:cubicBezTo>
                          <a:pt x="4269959" y="466628"/>
                          <a:pt x="3983450" y="353884"/>
                          <a:pt x="3633136" y="432048"/>
                        </a:cubicBezTo>
                        <a:cubicBezTo>
                          <a:pt x="3282822" y="510212"/>
                          <a:pt x="3172141" y="422287"/>
                          <a:pt x="3040455" y="432048"/>
                        </a:cubicBezTo>
                        <a:cubicBezTo>
                          <a:pt x="2908769" y="441809"/>
                          <a:pt x="2789278" y="382947"/>
                          <a:pt x="2601871" y="432048"/>
                        </a:cubicBezTo>
                        <a:cubicBezTo>
                          <a:pt x="2414464" y="481149"/>
                          <a:pt x="2177480" y="388916"/>
                          <a:pt x="2009189" y="432048"/>
                        </a:cubicBezTo>
                        <a:cubicBezTo>
                          <a:pt x="1840898" y="475180"/>
                          <a:pt x="1731621" y="423608"/>
                          <a:pt x="1647654" y="432048"/>
                        </a:cubicBezTo>
                        <a:cubicBezTo>
                          <a:pt x="1563688" y="440488"/>
                          <a:pt x="1373100" y="424864"/>
                          <a:pt x="1286118" y="432048"/>
                        </a:cubicBezTo>
                        <a:cubicBezTo>
                          <a:pt x="1199136" y="439232"/>
                          <a:pt x="849134" y="401267"/>
                          <a:pt x="693437" y="432048"/>
                        </a:cubicBezTo>
                        <a:cubicBezTo>
                          <a:pt x="537740" y="462829"/>
                          <a:pt x="269019" y="403814"/>
                          <a:pt x="0" y="432048"/>
                        </a:cubicBezTo>
                        <a:cubicBezTo>
                          <a:pt x="-29945" y="317059"/>
                          <a:pt x="742" y="2047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-300" normalizeH="0" baseline="0" noProof="0" dirty="0">
              <a:ln>
                <a:noFill/>
              </a:ln>
              <a:solidFill>
                <a:srgbClr val="E76618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82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126</Words>
  <Application>Microsoft Office PowerPoint</Application>
  <PresentationFormat>와이드스크린</PresentationFormat>
  <Paragraphs>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Trebuchet MS</vt:lpstr>
      <vt:lpstr>Wingdings 3</vt:lpstr>
      <vt:lpstr>패싯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hansung</dc:creator>
  <cp:lastModifiedBy>hansung</cp:lastModifiedBy>
  <cp:revision>2</cp:revision>
  <dcterms:created xsi:type="dcterms:W3CDTF">2026-01-31T03:24:54Z</dcterms:created>
  <dcterms:modified xsi:type="dcterms:W3CDTF">2026-01-31T03:54:00Z</dcterms:modified>
</cp:coreProperties>
</file>